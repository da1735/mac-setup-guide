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7BB95-E90A-088F-D2AB-40DEB37E5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5CB3042-34A1-B52F-32F6-16C4F0914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102054-2FBB-E607-8FC3-2C9BDB6F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E1319F-99CE-44C0-68EE-BFF3D8F4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48FBB4-0497-64FB-C671-69919278A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63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54948E-ECBB-968F-B706-20184C85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9B046F-97AD-BA9F-0B8E-BFF9B890A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36E0B0-D3FB-437A-481A-ED45A6D7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55F65B-6331-C7B8-D067-8531ECC4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B5C854-6D31-5725-A88F-D848B16D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80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677719-F6BE-F249-DB03-5FBF2B3C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525F4A-E407-BFF2-C57F-237B3074C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961FA8-3027-1861-2578-731E2846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F4668D-8B94-266A-321C-843741A2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7F86E3-5745-02C6-B374-FA7D610E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267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D42BCD-DB6C-2B44-0EE6-3EC3A2BE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9B5344-CB87-9E40-EA73-2313D9E3E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1E0650-BFEC-9FAE-7246-EDD68E886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8F9F4B-4B4D-5AAA-AD12-A0A2DB051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7C0BF1-E55B-8651-A060-64A9B9D3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CDCE22-FCCD-89F3-3DC5-D4230288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72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63541-2194-9D4D-4B42-A831BEE8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D0C948-ABDE-81BC-E639-D229A9A27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C4C0A0-225F-8DD6-E302-1FE552025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86B7498-B829-9C38-119D-BE66ECED8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531165-55D4-8681-69C9-952031766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431C40D-AB96-21ED-D9D5-8F63B49B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82CE3AB-A316-869F-9E6C-03EDF7944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2CFC88-CE7C-3729-1B7E-9EF25CBB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11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526636-9CFA-67D7-5BEF-214EBA6D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BA18FEE-ECFA-4BE1-21FD-4410F969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28FDEA9-F7AA-502F-1888-59445C10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68799A-553F-FAD6-1481-CECF000A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28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C1A8F16-347D-642F-BC5A-FA2FEC8C9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3158232-80DC-D9A2-4E7B-C8C67FE5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45CFC9-8B38-7835-1B77-7B35C59B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541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CD0F85-15D3-306B-F31F-7F86E15C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18409F-D804-269A-23D5-BE4BE5E2C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DB57EA-42E5-2529-8D26-7A7740848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0A3E47-5A84-C0A5-D04D-C460782D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859A90-72D3-8BDC-C62D-9E67E89B3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6C37C7-F2FD-536F-F903-1B61EEE7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73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37D96A-6E61-2923-9FDD-C0980A4D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2AABB94-FA73-5727-C944-0B4BD963D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71FB18-D050-0979-5E5B-155159F7A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A90D19-E84D-8DC7-DFFF-0A2DF815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0F8A71-A525-37FF-B328-FCCA5258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95D2E7-7338-B30D-478F-E9BEEE5E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23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42B56-3957-9751-843D-05753D11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69CAC6-4A8D-48E2-42ED-E80564714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98CB94-CAC6-AF2E-EB76-7B7983E2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F5F0BE-B7E4-C70E-44CD-522C8B4E5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D7D8BF-2695-6856-8BA5-E14B1AF7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72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E5743D-2353-0371-6DDE-A9C0CA8B7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CF74E7-B6F4-1457-A43B-66536602A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3C4278-4150-F65F-770C-492B7047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320A19-26A1-ACA4-5673-3AF316C5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FF49C3-76EB-9156-E10C-C1101369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23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845FAB2-E857-D1CD-EF33-9086E6AA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5A3748-FD3F-C0EE-33F8-0745513CB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4CACEE-B343-F7B0-3314-37A3EB7A5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AC4EE-BC59-4046-BD47-2AA61A215430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2183DD-67EE-6000-73A2-D8A07AC34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453B0B-060F-4207-4CA7-D7D1848A2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6690A-0748-D845-A2E6-4D6CB567B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73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upport.ricoh.com/bbv2/html/dr_ut_d/ipsio/model/spc841/spc841.ht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FAE810-AD22-C06E-CCD6-B0E83DDEAB20}"/>
              </a:ext>
            </a:extLst>
          </p:cNvPr>
          <p:cNvSpPr txBox="1"/>
          <p:nvPr/>
        </p:nvSpPr>
        <p:spPr>
          <a:xfrm>
            <a:off x="446567" y="1052623"/>
            <a:ext cx="8640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dirty="0">
                <a:hlinkClick r:id="rId2"/>
              </a:rPr>
              <a:t>https://support.ricoh.com/bbv2/html/dr_ut_d/ipsio/model/spc841/spc841.htm</a:t>
            </a:r>
            <a:endParaRPr lang="en" altLang="ja-JP" dirty="0"/>
          </a:p>
          <a:p>
            <a:r>
              <a:rPr kumimoji="1" lang="ja-JP" altLang="en-US"/>
              <a:t>にアクセスし以下の赤丸をクリックして進める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FF690A-DFBE-31B6-409B-05512D64FA50}"/>
              </a:ext>
            </a:extLst>
          </p:cNvPr>
          <p:cNvSpPr txBox="1"/>
          <p:nvPr/>
        </p:nvSpPr>
        <p:spPr>
          <a:xfrm>
            <a:off x="59281" y="180753"/>
            <a:ext cx="16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/>
              <a:t>手順</a:t>
            </a:r>
            <a:r>
              <a:rPr kumimoji="1" lang="en-US" altLang="ja-JP" sz="4000" dirty="0"/>
              <a:t>1</a:t>
            </a:r>
          </a:p>
        </p:txBody>
      </p:sp>
      <p:pic>
        <p:nvPicPr>
          <p:cNvPr id="7" name="図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415FC74-B10E-C238-02D3-95C3D231A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107" y="4219886"/>
            <a:ext cx="4112801" cy="2524651"/>
          </a:xfrm>
          <a:prstGeom prst="rect">
            <a:avLst/>
          </a:prstGeom>
          <a:ln>
            <a:noFill/>
          </a:ln>
        </p:spPr>
      </p:pic>
      <p:sp>
        <p:nvSpPr>
          <p:cNvPr id="8" name="右矢印 7">
            <a:extLst>
              <a:ext uri="{FF2B5EF4-FFF2-40B4-BE49-F238E27FC236}">
                <a16:creationId xmlns:a16="http://schemas.microsoft.com/office/drawing/2014/main" id="{19008924-EAD4-5E73-03D9-D39D94055881}"/>
              </a:ext>
            </a:extLst>
          </p:cNvPr>
          <p:cNvSpPr/>
          <p:nvPr/>
        </p:nvSpPr>
        <p:spPr>
          <a:xfrm>
            <a:off x="5165124" y="1964089"/>
            <a:ext cx="1186249" cy="108739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134BDF9-1A27-D439-4343-4E07CAE62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438" y="1375788"/>
            <a:ext cx="4944140" cy="1879828"/>
          </a:xfrm>
          <a:prstGeom prst="rect">
            <a:avLst/>
          </a:prstGeom>
        </p:spPr>
      </p:pic>
      <p:sp>
        <p:nvSpPr>
          <p:cNvPr id="11" name="下矢印 10">
            <a:extLst>
              <a:ext uri="{FF2B5EF4-FFF2-40B4-BE49-F238E27FC236}">
                <a16:creationId xmlns:a16="http://schemas.microsoft.com/office/drawing/2014/main" id="{F674F3AF-D1AA-7B63-5101-E199EBF8BF75}"/>
              </a:ext>
            </a:extLst>
          </p:cNvPr>
          <p:cNvSpPr/>
          <p:nvPr/>
        </p:nvSpPr>
        <p:spPr>
          <a:xfrm>
            <a:off x="8261498" y="3349256"/>
            <a:ext cx="1637414" cy="81870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193328E-F506-7161-1F7D-2E19B3D31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35" y="1803238"/>
            <a:ext cx="4727224" cy="3560177"/>
          </a:xfrm>
          <a:prstGeom prst="rect">
            <a:avLst/>
          </a:prstGeom>
        </p:spPr>
      </p:pic>
      <p:sp>
        <p:nvSpPr>
          <p:cNvPr id="14" name="円/楕円 13">
            <a:extLst>
              <a:ext uri="{FF2B5EF4-FFF2-40B4-BE49-F238E27FC236}">
                <a16:creationId xmlns:a16="http://schemas.microsoft.com/office/drawing/2014/main" id="{3877B714-7F10-A3ED-704B-BE2112840AA9}"/>
              </a:ext>
            </a:extLst>
          </p:cNvPr>
          <p:cNvSpPr/>
          <p:nvPr/>
        </p:nvSpPr>
        <p:spPr>
          <a:xfrm>
            <a:off x="227835" y="3855308"/>
            <a:ext cx="562997" cy="2100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32E23BB8-340F-EF99-5CAE-361EA157CE24}"/>
              </a:ext>
            </a:extLst>
          </p:cNvPr>
          <p:cNvSpPr/>
          <p:nvPr/>
        </p:nvSpPr>
        <p:spPr>
          <a:xfrm>
            <a:off x="7945395" y="1698954"/>
            <a:ext cx="951470" cy="3646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7B885380-C46F-ACC5-0AAE-3D88F89264F6}"/>
              </a:ext>
            </a:extLst>
          </p:cNvPr>
          <p:cNvSpPr/>
          <p:nvPr/>
        </p:nvSpPr>
        <p:spPr>
          <a:xfrm>
            <a:off x="6977107" y="5620128"/>
            <a:ext cx="1284391" cy="3704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01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92B4-AD7D-967F-7CF6-C7F3F615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244DBB-A73F-A944-A2A8-46A6BA84FC59}"/>
              </a:ext>
            </a:extLst>
          </p:cNvPr>
          <p:cNvSpPr txBox="1"/>
          <p:nvPr/>
        </p:nvSpPr>
        <p:spPr>
          <a:xfrm>
            <a:off x="69914" y="180753"/>
            <a:ext cx="16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/>
              <a:t>手順</a:t>
            </a:r>
            <a:r>
              <a:rPr lang="en-US" altLang="ja-JP" sz="4000" dirty="0"/>
              <a:t>2</a:t>
            </a:r>
            <a:endParaRPr kumimoji="1" lang="en-US" altLang="ja-JP" sz="4000" dirty="0"/>
          </a:p>
        </p:txBody>
      </p:sp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D4109CB-929F-F0D6-DB07-63AB4B71B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5" y="1585939"/>
            <a:ext cx="4892854" cy="367643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88B879-F52F-2E27-F816-63E696462937}"/>
              </a:ext>
            </a:extLst>
          </p:cNvPr>
          <p:cNvSpPr txBox="1"/>
          <p:nvPr/>
        </p:nvSpPr>
        <p:spPr>
          <a:xfrm>
            <a:off x="1694315" y="5426359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画像は</a:t>
            </a:r>
            <a:r>
              <a:rPr kumimoji="1" lang="en-US" altLang="ja-JP" dirty="0"/>
              <a:t>chrome</a:t>
            </a:r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5A75E1D1-8A19-00A1-DAB5-F0C090209F2F}"/>
              </a:ext>
            </a:extLst>
          </p:cNvPr>
          <p:cNvSpPr/>
          <p:nvPr/>
        </p:nvSpPr>
        <p:spPr>
          <a:xfrm>
            <a:off x="2242033" y="2035416"/>
            <a:ext cx="2842054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ABB8AF0-E636-B475-925E-40F214A7F0C1}"/>
              </a:ext>
            </a:extLst>
          </p:cNvPr>
          <p:cNvSpPr txBox="1"/>
          <p:nvPr/>
        </p:nvSpPr>
        <p:spPr>
          <a:xfrm>
            <a:off x="296775" y="117653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赤丸をクリックする</a:t>
            </a:r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8029AFF7-C68B-BCED-1291-9168C3FD01BE}"/>
              </a:ext>
            </a:extLst>
          </p:cNvPr>
          <p:cNvSpPr/>
          <p:nvPr/>
        </p:nvSpPr>
        <p:spPr>
          <a:xfrm>
            <a:off x="5535827" y="2492616"/>
            <a:ext cx="1013254" cy="179517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FEDFF23-E04D-CEC3-3BAA-6E2D6E2A6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081" y="1977906"/>
            <a:ext cx="5346144" cy="2800350"/>
          </a:xfrm>
          <a:prstGeom prst="rect">
            <a:avLst/>
          </a:prstGeom>
        </p:spPr>
      </p:pic>
      <p:sp>
        <p:nvSpPr>
          <p:cNvPr id="20" name="円/楕円 19">
            <a:extLst>
              <a:ext uri="{FF2B5EF4-FFF2-40B4-BE49-F238E27FC236}">
                <a16:creationId xmlns:a16="http://schemas.microsoft.com/office/drawing/2014/main" id="{2482F428-2DF8-E62F-DE89-89AF3E420CDE}"/>
              </a:ext>
            </a:extLst>
          </p:cNvPr>
          <p:cNvSpPr/>
          <p:nvPr/>
        </p:nvSpPr>
        <p:spPr>
          <a:xfrm>
            <a:off x="8414951" y="2031967"/>
            <a:ext cx="1248032" cy="12425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CAAF18B-02FD-9593-DD56-F8CAEBDFE708}"/>
              </a:ext>
            </a:extLst>
          </p:cNvPr>
          <p:cNvSpPr txBox="1"/>
          <p:nvPr/>
        </p:nvSpPr>
        <p:spPr>
          <a:xfrm>
            <a:off x="6545977" y="158154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段ボール箱をクリック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2340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EF60-D554-DBA5-7B9B-FA370BC8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87ADD9-DEFF-2B68-84C7-28154DF3C3B9}"/>
              </a:ext>
            </a:extLst>
          </p:cNvPr>
          <p:cNvSpPr txBox="1"/>
          <p:nvPr/>
        </p:nvSpPr>
        <p:spPr>
          <a:xfrm>
            <a:off x="69914" y="180753"/>
            <a:ext cx="16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/>
              <a:t>手順</a:t>
            </a:r>
            <a:r>
              <a:rPr kumimoji="1" lang="en-US" altLang="ja-JP" sz="4000" dirty="0"/>
              <a:t>3</a:t>
            </a:r>
          </a:p>
        </p:txBody>
      </p:sp>
      <p:pic>
        <p:nvPicPr>
          <p:cNvPr id="4" name="図 3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E88C6E31-8378-20C0-C430-3129EF02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248" y="270802"/>
            <a:ext cx="3893336" cy="2799702"/>
          </a:xfrm>
          <a:prstGeom prst="rect">
            <a:avLst/>
          </a:prstGeom>
        </p:spPr>
      </p:pic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32601A2-400B-B660-9EF6-B30ECBFF6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799" y="270802"/>
            <a:ext cx="3931844" cy="2839312"/>
          </a:xfrm>
          <a:prstGeom prst="rect">
            <a:avLst/>
          </a:prstGeom>
        </p:spPr>
      </p:pic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E2ADCDD-00A4-FC67-60B6-80BEE7655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60" y="3979293"/>
            <a:ext cx="5119924" cy="1817071"/>
          </a:xfrm>
          <a:prstGeom prst="rect">
            <a:avLst/>
          </a:prstGeom>
        </p:spPr>
      </p:pic>
      <p:pic>
        <p:nvPicPr>
          <p:cNvPr id="14" name="図 13" descr="携帯電話の画面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81921EE4-7630-6AAB-D731-2C4FE7AD9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799" y="3613665"/>
            <a:ext cx="3895741" cy="2805936"/>
          </a:xfrm>
          <a:prstGeom prst="rect">
            <a:avLst/>
          </a:prstGeom>
        </p:spPr>
      </p:pic>
      <p:sp>
        <p:nvSpPr>
          <p:cNvPr id="15" name="右矢印 14">
            <a:extLst>
              <a:ext uri="{FF2B5EF4-FFF2-40B4-BE49-F238E27FC236}">
                <a16:creationId xmlns:a16="http://schemas.microsoft.com/office/drawing/2014/main" id="{521E56BF-E2B3-C4E6-DE60-F2A289B581C8}"/>
              </a:ext>
            </a:extLst>
          </p:cNvPr>
          <p:cNvSpPr/>
          <p:nvPr/>
        </p:nvSpPr>
        <p:spPr>
          <a:xfrm>
            <a:off x="6096000" y="1013254"/>
            <a:ext cx="848497" cy="112446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右矢印 15">
            <a:extLst>
              <a:ext uri="{FF2B5EF4-FFF2-40B4-BE49-F238E27FC236}">
                <a16:creationId xmlns:a16="http://schemas.microsoft.com/office/drawing/2014/main" id="{3B1F38CD-9D62-4C00-A7D2-B20B8393D1C3}"/>
              </a:ext>
            </a:extLst>
          </p:cNvPr>
          <p:cNvSpPr/>
          <p:nvPr/>
        </p:nvSpPr>
        <p:spPr>
          <a:xfrm rot="8784662">
            <a:off x="6105417" y="2866767"/>
            <a:ext cx="848497" cy="112446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右矢印 17">
            <a:extLst>
              <a:ext uri="{FF2B5EF4-FFF2-40B4-BE49-F238E27FC236}">
                <a16:creationId xmlns:a16="http://schemas.microsoft.com/office/drawing/2014/main" id="{8B22C997-CB42-400A-711E-BAFBB6779E0A}"/>
              </a:ext>
            </a:extLst>
          </p:cNvPr>
          <p:cNvSpPr/>
          <p:nvPr/>
        </p:nvSpPr>
        <p:spPr>
          <a:xfrm>
            <a:off x="6185251" y="4325595"/>
            <a:ext cx="848497" cy="112446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E0C6968-A565-075D-1BCC-823898AA719B}"/>
              </a:ext>
            </a:extLst>
          </p:cNvPr>
          <p:cNvSpPr txBox="1"/>
          <p:nvPr/>
        </p:nvSpPr>
        <p:spPr>
          <a:xfrm>
            <a:off x="2713253" y="324433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続けるをクリック</a:t>
            </a:r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3BBEEA-4B89-65DF-2FD4-596C02E59C0D}"/>
              </a:ext>
            </a:extLst>
          </p:cNvPr>
          <p:cNvSpPr txBox="1"/>
          <p:nvPr/>
        </p:nvSpPr>
        <p:spPr>
          <a:xfrm>
            <a:off x="8352057" y="324433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続けるをクリック</a:t>
            </a:r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8C6408A-503D-CD99-56BB-CC064BBCD0F5}"/>
              </a:ext>
            </a:extLst>
          </p:cNvPr>
          <p:cNvSpPr txBox="1"/>
          <p:nvPr/>
        </p:nvSpPr>
        <p:spPr>
          <a:xfrm>
            <a:off x="1984542" y="597649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同意するをクリック</a:t>
            </a:r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8482FF2-5E54-BA89-19E8-08E13B353ED7}"/>
              </a:ext>
            </a:extLst>
          </p:cNvPr>
          <p:cNvSpPr txBox="1"/>
          <p:nvPr/>
        </p:nvSpPr>
        <p:spPr>
          <a:xfrm>
            <a:off x="7987759" y="648866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インストールをクリック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87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BF4DB-5059-0030-A7BE-FCA1EB0E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88A9B2-01B4-B376-878C-9E6DCA0F4CE3}"/>
              </a:ext>
            </a:extLst>
          </p:cNvPr>
          <p:cNvSpPr txBox="1"/>
          <p:nvPr/>
        </p:nvSpPr>
        <p:spPr>
          <a:xfrm>
            <a:off x="69914" y="180753"/>
            <a:ext cx="16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/>
              <a:t>手順</a:t>
            </a:r>
            <a:r>
              <a:rPr lang="en-US" altLang="ja-JP" sz="4000" dirty="0"/>
              <a:t>4</a:t>
            </a:r>
            <a:endParaRPr kumimoji="1" lang="en-US" altLang="ja-JP" sz="4000" dirty="0"/>
          </a:p>
        </p:txBody>
      </p:sp>
      <p:pic>
        <p:nvPicPr>
          <p:cNvPr id="3" name="図 2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1259FC2-B0E4-8C11-CF23-799D4A342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0" y="1403234"/>
            <a:ext cx="5204373" cy="456293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91DDDF-5B10-7568-84E1-D567961F0E84}"/>
              </a:ext>
            </a:extLst>
          </p:cNvPr>
          <p:cNvSpPr txBox="1"/>
          <p:nvPr/>
        </p:nvSpPr>
        <p:spPr>
          <a:xfrm>
            <a:off x="639514" y="756903"/>
            <a:ext cx="4464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システム設定を開き</a:t>
            </a:r>
            <a:r>
              <a:rPr kumimoji="1" lang="en-US" altLang="ja-JP" dirty="0"/>
              <a:t>, </a:t>
            </a:r>
            <a:r>
              <a:rPr kumimoji="1" lang="ja-JP" altLang="en-US"/>
              <a:t>左をスクロールして</a:t>
            </a:r>
            <a:endParaRPr kumimoji="1" lang="en-US" altLang="ja-JP" dirty="0"/>
          </a:p>
          <a:p>
            <a:r>
              <a:rPr kumimoji="1" lang="ja-JP" altLang="en-US"/>
              <a:t>プリンタとスキャナをクリックする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43C3D23-3EEE-87CA-1318-43185A11C317}"/>
              </a:ext>
            </a:extLst>
          </p:cNvPr>
          <p:cNvSpPr txBox="1"/>
          <p:nvPr/>
        </p:nvSpPr>
        <p:spPr>
          <a:xfrm>
            <a:off x="2202442" y="61082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クリック後</a:t>
            </a: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3563AEC2-3851-5B1C-080D-0E7ECD67BE9A}"/>
              </a:ext>
            </a:extLst>
          </p:cNvPr>
          <p:cNvSpPr/>
          <p:nvPr/>
        </p:nvSpPr>
        <p:spPr>
          <a:xfrm>
            <a:off x="5758249" y="2631989"/>
            <a:ext cx="766119" cy="212536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5384F900-1F86-A460-4DD6-3FE50D1D4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645" y="1520890"/>
            <a:ext cx="4890701" cy="4445282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1C8CE3D-00BD-1671-C980-48F7B2CE4D86}"/>
              </a:ext>
            </a:extLst>
          </p:cNvPr>
          <p:cNvSpPr txBox="1"/>
          <p:nvPr/>
        </p:nvSpPr>
        <p:spPr>
          <a:xfrm>
            <a:off x="6942338" y="756902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プリンタ、スキャナまたはファックスを追加</a:t>
            </a:r>
            <a:endParaRPr kumimoji="1" lang="en-US" altLang="ja-JP" dirty="0"/>
          </a:p>
          <a:p>
            <a:r>
              <a:rPr lang="ja-JP" altLang="en-US"/>
              <a:t>をクリックすると以下のタブが開く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608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8D6A9-4AB5-D803-B62B-59B9564C0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319CC0-8B4E-1F41-13FB-C62F83798533}"/>
              </a:ext>
            </a:extLst>
          </p:cNvPr>
          <p:cNvSpPr txBox="1"/>
          <p:nvPr/>
        </p:nvSpPr>
        <p:spPr>
          <a:xfrm>
            <a:off x="69914" y="180753"/>
            <a:ext cx="16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/>
              <a:t>手順</a:t>
            </a:r>
            <a:r>
              <a:rPr kumimoji="1" lang="en-US" altLang="ja-JP" sz="4000" dirty="0"/>
              <a:t>5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8C7C3D5-642D-78E7-0C0D-BAED0D9C1B37}"/>
              </a:ext>
            </a:extLst>
          </p:cNvPr>
          <p:cNvSpPr txBox="1"/>
          <p:nvPr/>
        </p:nvSpPr>
        <p:spPr>
          <a:xfrm>
            <a:off x="2691611" y="565473"/>
            <a:ext cx="6399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上部の</a:t>
            </a:r>
            <a:r>
              <a:rPr kumimoji="1" lang="en-US" altLang="ja-JP" dirty="0"/>
              <a:t>IP</a:t>
            </a:r>
            <a:r>
              <a:rPr kumimoji="1" lang="ja-JP" altLang="en-US"/>
              <a:t>をクリックし</a:t>
            </a:r>
            <a:r>
              <a:rPr kumimoji="1" lang="en-US" altLang="ja-JP" dirty="0"/>
              <a:t>, </a:t>
            </a:r>
            <a:r>
              <a:rPr kumimoji="1" lang="ja-JP" altLang="en-US"/>
              <a:t>アドレスに</a:t>
            </a:r>
            <a:r>
              <a:rPr lang="en-US" altLang="ja-JP" dirty="0"/>
              <a:t>”192.168.30.13”</a:t>
            </a:r>
            <a:r>
              <a:rPr lang="ja-JP" altLang="en-US"/>
              <a:t>を入力し</a:t>
            </a:r>
            <a:endParaRPr lang="en-US" altLang="ja-JP" dirty="0"/>
          </a:p>
          <a:p>
            <a:pPr algn="ctr"/>
            <a:r>
              <a:rPr lang="ja-JP" altLang="en-US"/>
              <a:t>ドライバに以下の文字列が出てきたら追加をクリック</a:t>
            </a:r>
            <a:endParaRPr lang="en-US" altLang="ja-JP" dirty="0"/>
          </a:p>
        </p:txBody>
      </p:sp>
      <p:pic>
        <p:nvPicPr>
          <p:cNvPr id="4" name="図 3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870D966F-3B04-7B90-9749-DFBC7C5C6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126" y="1353806"/>
            <a:ext cx="5812481" cy="523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919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132</Words>
  <Application>Microsoft Macintosh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芳賀　龍慶 </dc:creator>
  <cp:lastModifiedBy>芳賀　龍慶 </cp:lastModifiedBy>
  <cp:revision>1</cp:revision>
  <cp:lastPrinted>2026-01-08T06:31:42Z</cp:lastPrinted>
  <dcterms:created xsi:type="dcterms:W3CDTF">2026-01-08T06:08:58Z</dcterms:created>
  <dcterms:modified xsi:type="dcterms:W3CDTF">2026-01-08T06:33:12Z</dcterms:modified>
</cp:coreProperties>
</file>